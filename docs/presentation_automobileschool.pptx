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074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chemeClr val="bg1"/>
                </a:solidFill>
              </a:rPr>
              <a:t>KursantAI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endParaRPr lang="en-US" sz="5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Вашата автошкола.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 начин на работа.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27432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Едно приложение, което заменя Excel, WhatsApp,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хартиените документи и ръчните фактури.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00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Подготвено специално за Вашата Автошкола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Какво се случва днес?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ден вашият екип работи по стария начин. Ето какво губите: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Загубени пари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1031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Ученици плащат часове, но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инструкторът не ги вижда.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Парите влизат — услугата не излиза.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55448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83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Пропуснати уроци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23560" y="21031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Няма напомняне преди час.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Ученикът забравя. Инструкторът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чака празен. Слот загубен.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2004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20040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4290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Часове в Excel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00200" y="3749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Админът пише ръчно всичко.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Фактури, графици, документи.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от времето — ръчна работа.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2004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20040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4290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Изтекли документи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623560" y="3749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Шофьорска книжка, застраховка,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— ако изтече и не забележите,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инструкторът работи незаконно.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Колко пари губите всеки месец?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Базирано на: 4 инструктора × 5 урока/ден × 20 работни дни = 400 урока на месец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361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35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Пропуснати уроци (без напомняне)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7099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празни слота на месец × 29 EUR/урок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~1,430 EUR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75688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9456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0939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Платени часове, които не се случват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23682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ученика месечно с неизползвани часове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21792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770 – 1,530 EUR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31520" y="2734056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8529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Ученици отпадат без предупреждение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30266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ученика × 500 EUR нереализирана услуга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21792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1,020 – 1,530 EUR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731520" y="3392424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51129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4107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Ръчна работа на администрацията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63040" y="3685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от заплатите на 2 админ жени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217920" y="34381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~370 EUR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731520" y="4050792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16966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069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от изтекли документи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63040" y="4343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Глоби, спиране на дейност, загубени дни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217920" y="4096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~255 EUR</a:t>
            </a:r>
            <a:endParaRPr lang="en-US" sz="1800" dirty="0"/>
          </a:p>
        </p:txBody>
      </p:sp>
      <p:sp>
        <p:nvSpPr>
          <p:cNvPr id="30" name="Shape 23"/>
          <p:cNvSpPr/>
          <p:nvPr/>
        </p:nvSpPr>
        <p:spPr>
          <a:xfrm>
            <a:off x="731520" y="4754880"/>
            <a:ext cx="7680960" cy="27432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ОБЩО ЗАГУБИ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3,830 – 5,115 EUR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загуби всеки месец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274320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46,000 – 61,000 EUR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загуби на година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60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chemeClr val="bg1"/>
                </a:solidFill>
              </a:rPr>
              <a:t>KursantAI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започва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2,500 EUR.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Пълната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AI е 5,800 EUR.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Изплаща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по-малко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месец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Колко време губите всеки ден?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43000"/>
            <a:ext cx="54864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Писане на фактури ръчно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мин/ден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часа/год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719072"/>
            <a:ext cx="54864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Напомняне на ученици по телефон/Viber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764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мин/ден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1764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часа/год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295144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295144"/>
            <a:ext cx="54864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340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документи (дати, валидност)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340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мин/ден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3408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часа/год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871216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871216"/>
            <a:ext cx="54864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2916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Координиране на графици в Excel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916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мин/ден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9169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часа/год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447288"/>
            <a:ext cx="54864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3493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Създаване на пътни листове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493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мин/ден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34930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часа/год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023360"/>
            <a:ext cx="54864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Справки за финанси (приходи/разходи)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мин/ден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часа/год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4663440"/>
            <a:ext cx="7680960" cy="41148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ОБЩО: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12080" y="4681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часа/ден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782 часа/год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Какво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решава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KursantAI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Всичко на едно място. Лесно. Без хартия. Без Excel.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4114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904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447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ученик с пълно досие — данни, документи, платени часове, фактури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7680960" cy="4114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9933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9476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Фактурите се създават автоматично от профила на ученика с 1 клик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1520" y="2423160"/>
            <a:ext cx="7680960" cy="4114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49631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450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напомняне на ученика 2 часа преди всеки урок по Viber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99923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29535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Графици на инструктори, коли и ученици — без конфликти, без объркване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31520" y="3429000"/>
            <a:ext cx="7680960" cy="4114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50215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34564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Пътни листове, заявления за изпит — генерират се автоматично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31520" y="3931920"/>
            <a:ext cx="7680960" cy="4114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005072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17320" y="39593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Приходи, разходи, печалба — виждате всичко с графики и числа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" y="4507992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417320" y="44622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предсказва кой ученик ще се откаже и колко часа му трябват до изпит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ще го построим?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стъпки. От най-важното към най-умното. Всяка стъпка работи самостоятелно.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60020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Спри загубите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1417320" cy="18288"/>
          </a:xfrm>
          <a:prstGeom prst="rect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83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Профили, фактури, графици,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напомняния, документи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37160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002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8892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Пълен контрол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0" y="3200400"/>
            <a:ext cx="1417320" cy="18288"/>
          </a:xfrm>
          <a:prstGeom prst="rect">
            <a:avLst/>
          </a:prstGeom>
          <a:solidFill>
            <a:srgbClr val="1B2A4A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3383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Финанси, </a:t>
            </a:r>
            <a:r>
              <a:rPr lang="en-US" sz="1100" dirty="0" err="1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статистики</a:t>
            </a: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портал за ученици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37160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0680" y="160020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3776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Автоматизация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74920" y="3200400"/>
            <a:ext cx="1417320" cy="18288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383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Viber за родители, заявления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изпит, добре дошли съобщения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7160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89520" y="1600200"/>
            <a:ext cx="685800" cy="6858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08660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Слой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23760" y="3200400"/>
            <a:ext cx="1417320" cy="18288"/>
          </a:xfrm>
          <a:prstGeom prst="rect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3383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Препоръка за часове,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асистент, AI проверка</a:t>
            </a:r>
            <a:endParaRPr lang="en-US" sz="11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834640"/>
            <a:ext cx="146304" cy="146304"/>
          </a:xfrm>
          <a:prstGeom prst="rect">
            <a:avLst/>
          </a:prstGeom>
        </p:spPr>
      </p:pic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834640"/>
            <a:ext cx="146304" cy="146304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834640"/>
            <a:ext cx="146304" cy="146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Спри загубите веднага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Най-важната стъпка. Решава проблемите, които ви коства пари ДНЕС.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36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Досие на ученик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1732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Всичко за ученика: лични данни, документи, платени часове, история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3317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146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Автоматични фактури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1732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Фактурата се попълва сама от профила. Един клик — готово.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32004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832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Графици на инструктори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41732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Кой, кога, с кой ученик, коя кола. Без конфликти.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406908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519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142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 инструктори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417320" y="4434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2 месеца преди изтичане. Спира го ако изтече.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146304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64592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40680" y="1536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 на школата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44068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Лицензи, разрешителни — напомняне 4 месеца предварително.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754880" y="23317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51460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40680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Viber напомняне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44068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2 часа преди урок. Ученикът потвърждава.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754880" y="32004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383280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44068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Пътни листове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544068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от километража. Законен формат, архив.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4754880" y="406908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251960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440680" y="4142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 на коли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5440680" y="4434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ГОД, застраховка, винетка — сигнал 10 дни преди.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Пълен контрол над бизнеса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 знаете точно колко печелите, колко харчите и какво прави всеки служител.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0876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2763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приходи и разходи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54480" y="18013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Всички пари на едно място. Филтър по инструктор, категория, месец. Експорт за счетоводител.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219456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19456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31343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240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и статистики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554480" y="24871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Колко печелите? Колко харчите? Кой дължи? Виждате го с графики, не с числа в Excel.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31520" y="294894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8952" y="294894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049524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29864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за ученици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554480" y="323240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Ученикът влиза в своя акаунт. Вижда графика, платените часове, фактурите. Дава обратна връзка.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31520" y="3617169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58952" y="3625596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374446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81912" y="36713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Viber обратна връзка за родител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581912" y="391820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 всеки урок инструкторът изпраща на родителя: оценка, какво е работено, наблюдения.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Автоматизирай комуникацията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Системата изпраща съобщения вместо Вас. Никой не забравя нищо.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54480"/>
            <a:ext cx="64008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830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737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изпращане на заявления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28800" y="2103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Заявлението за изпит в КАТ се попълва автоматично с данните на ученика. Вие само преглеждате и изпращате. Статус: изпратено, получено, одобрено — следите всичко. Ученикът получава Viber когато е одобрен.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01752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3017520"/>
            <a:ext cx="64008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2461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28800" y="3200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Viber "Добре дошъл" при записване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828800" y="35661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Когато ученик се запише за нова категория, системата изпраща автоматично Viber с описание на курса в PDF. Различен документ за всяка категория (B, C, D). Изглежда професионално без никакво усилие от ваша страна.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Интелигентност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Системата не само записва — тя мисли. Предвижда проблеми преди да се случат.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680960" cy="10515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459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572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Препоръка за още часове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190195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Системата анализира поведението на всеки ученик: пропуснати уроци, закъснели плащания, по-рядко записване. Дава оценка от 0 до 10. Ако рискът е над 5 — Вие получавате сигнал с конкретно колко часа се препоръчват да вземе ученика допълнително преди изпит.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2697480"/>
            <a:ext cx="7680960" cy="10515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880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807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Бизнес Асистент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1363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Питате с прости думи и получавате отговор от реалните данни. Пример: "Кой инструктор има най-нисък процент на издържали?" или "Какъв приход очаквам следващия месец?" Седмичен автоматичен доклад.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" y="3931920"/>
            <a:ext cx="7680960" cy="9601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1148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416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Проверка на документи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37083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 да изпратите фактура, пътен лист или заявление — AI преглежда за грешки. Липсващи полета, грешен ДДС, неправилен формат. Не може да изпратите документ с критична грешка.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Изберете Вашия пакет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Плащате само когато видите и одобрите работеща система. Без риск.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69748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16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Основен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 1 — 10 функции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еднократно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196596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71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Досие на ученик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3172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Автоматични фактури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3741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Графици на инструктори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35753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Документи инструктори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776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Документи на школата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9776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Viber напомняне за урок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1788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Пътни листове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43799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Документи на коли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45811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Български формат фактури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143000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1143000"/>
            <a:ext cx="269748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1216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Бизнес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37560" y="1581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 1+2+3 — 18 функции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057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4,500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337560" y="25146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еднократно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03320" y="2834640"/>
            <a:ext cx="196596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2971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Всичко от Основен +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3172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Приходи и разходи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66160" y="33741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Финансови графики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66160" y="357134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Портал за ученици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566160" y="37947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Viber обратна връзка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40142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Автоматични заявления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66160" y="42336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Viber добре дошъл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1143000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143000"/>
            <a:ext cx="2697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4882896"/>
            <a:ext cx="2697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0" y="1143000"/>
            <a:ext cx="2697480" cy="777240"/>
          </a:xfrm>
          <a:prstGeom prst="rect">
            <a:avLst/>
          </a:prstGeom>
          <a:solidFill>
            <a:srgbClr val="B8922E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1216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Пълен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17920" y="1581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Всички 4 части — 18 функции +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2057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5,800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6217920" y="25146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еднократно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2834640"/>
            <a:ext cx="196596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2971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Всичко от Бизнес +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46520" y="3172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бизнес асистент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46520" y="33741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проверка документи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46520" y="35753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Препоръка за часове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720840" y="960120"/>
            <a:ext cx="1645920" cy="228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0" name="Text 48"/>
          <p:cNvSpPr/>
          <p:nvPr/>
        </p:nvSpPr>
        <p:spPr>
          <a:xfrm>
            <a:off x="6720840" y="960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НАЙ-ДОБРА СТОЙНОСТ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7200" y="4983480"/>
            <a:ext cx="8229600" cy="18288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98075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След завършване на всеки пакет: 200 EUR/месец за поддръжка, хостинг, обновления и помощ</a:t>
            </a:r>
            <a:endParaRPr lang="en-US" sz="105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се плаща?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стъпки. Плащате само когато видите и одобрите работещ резултат.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642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преди начало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Връща се ако Част 1 не е готова за 12 седмици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0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675120" y="1965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избрания пакет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2514600"/>
            <a:ext cx="768096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71576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 1 одобрена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Виждате работеща система, тествате, одобрявате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7512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667512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избрания пакет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76732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Следващи части одобрени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916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Финално плащане при одобрение на последната част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67512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6675120" y="4069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избрания пакет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31520" y="4572000"/>
            <a:ext cx="7680960" cy="27432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за Пълен пакет: 1,740 EUR депозит → 1,740 EUR при Част 1 → 2,320 EUR финално = 5,800 EUR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Преди</a:t>
            </a:r>
            <a:r>
              <a:rPr lang="en-US" sz="28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и </a:t>
            </a:r>
            <a:r>
              <a:rPr lang="en-US" sz="2800" b="1" dirty="0" err="1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след</a:t>
            </a:r>
            <a:r>
              <a:rPr lang="en-US" sz="28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/>
              <a:t>KursantAI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84048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СЕГА  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Фактури пишете ръчно в Excel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Графиците са в тетрадка или Viber, WhatsApp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225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Ученикът не знае колко часа има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706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Документи изтичат без предупреждение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Не знаете точната печалба на месец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Ученици се отказват без да разберете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858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3 часа на ден ръчна работа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42428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Родителите нямат обратна връзка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3657600" cy="384048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DRIVEADMIN  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1554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Фактури с 1 клик от профила на ученик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Автоматичен график без конфликти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3225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Ученикът вижда всичко в портала си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706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Сигнал месеци преди изтичане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Графики с печалба, разходи, дължими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предупреждава преди отпадане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858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 минути вместо 3 часа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42428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Viber обратна връзка след всеки урок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Вашите идеи — бъдещи възможности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Системата расте заедно с бизнеса Ви. Тези функции се добавят след основната система.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64008" cy="7772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Изпитни маршрути за ученици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Ученикът гледа маршрута вкъщи — GPS запис или готови маршрути с карта, упътване и ключови точки. Достъпно от портала.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 – 1,200 EUR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103120"/>
            <a:ext cx="64008" cy="77724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2860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кръстовища — кой е с предимство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64592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 визуализация на кръстовища. Ученикът вижда с цветове и стрелки кой е първи, втори, трети. Всеки вариант на преминаване.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58368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 – 2,000 EUR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017520"/>
            <a:ext cx="64008" cy="77724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20040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090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 грешки по Наредбата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64592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вида грешки (основни 3т., второстепенни 1т., опасни 10т.). Проследяване на грешки по ученик. AI анализ какво да упражнява повече.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58368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1,000EUR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731520" y="4892040"/>
            <a:ext cx="7680960" cy="18288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31520" y="495604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Тези функции се договарят отделно след завършване на основната система.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Вашата гаранция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990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25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Плащате САМО когато видите работеща система и я одобрите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08483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11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Пълно връщане на депозита ако Част 1 не е готова до 12 седмици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77063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2697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Всяка седмица виждате напредъка — няма изненади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345643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3383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Можете да спрете след всяка част — всяка работи самостоятелно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14223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54480" y="4069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функции, тествани и одобрени — изградени специално за Вас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по-евтино от офертата на големите компании (50,000+ EUR).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Следваща стъпка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743200" cy="27432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Подписваме договор.</a:t>
            </a:r>
            <a:endParaRPr lang="en-US" sz="2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Започваме Част 1 — "Спри загубите".</a:t>
            </a:r>
            <a:endParaRPr lang="en-US" sz="2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 6 - 12 седмици виждате работеща система.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ден без DriveAdmin е ден,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който губите пари и време.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KursantAI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13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Изградено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специално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Вашата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автошкола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1608</Words>
  <Application>Microsoft Office PowerPoint</Application>
  <PresentationFormat>On-screen Show (16:9)</PresentationFormat>
  <Paragraphs>254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DriveAdmin — Вашата Автошкола, Нов Начин</dc:title>
  <dc:subject>PptxGenJS Presentation</dc:subject>
  <dc:creator>DriveAdmin</dc:creator>
  <cp:lastModifiedBy>Antoan</cp:lastModifiedBy>
  <cp:revision>5</cp:revision>
  <dcterms:created xsi:type="dcterms:W3CDTF">2026-03-19T19:22:39Z</dcterms:created>
  <dcterms:modified xsi:type="dcterms:W3CDTF">2026-03-19T19:40:54Z</dcterms:modified>
</cp:coreProperties>
</file>